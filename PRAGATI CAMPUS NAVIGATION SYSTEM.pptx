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59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EF5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15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2B6BB1-C56F-EA1A-B2C3-D4BE533D86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B765AC-C226-D5B7-FBB0-1B930F9D8F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DAD809-2623-8F87-E05C-CB44F564EB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B14FF1-7F31-4DDC-9C93-0E206A4DA939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A10460-6C3D-9F45-C83E-2CE8D3E3F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85313F-6710-1E86-1539-08BB3062BC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A7942-1D7C-4EE0-81C1-023686871B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44713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18DECC-4434-A3E5-0A43-6F67F12C61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6CFD09-F56F-F807-D516-55BB295FD2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EDBD69-512A-FF32-E8C2-AA037D24BA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B14FF1-7F31-4DDC-9C93-0E206A4DA939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E196D1-25BD-7D33-9184-F48197159F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6F59D8-E750-AFB9-64CE-D6D9F4F89C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A7942-1D7C-4EE0-81C1-023686871B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10395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C079C4-B397-7859-6748-405878482E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1F08C3-2E4E-40DB-CCE0-425BE234BF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FAA2E4-4401-063A-D4A5-FDC00BD3E6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B14FF1-7F31-4DDC-9C93-0E206A4DA939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694609-D001-3611-4961-6C069F000F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114E76-DBF9-9E83-7727-4E3B7FB0C5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A7942-1D7C-4EE0-81C1-023686871B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7416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ECD270-59A2-9E53-4D32-840981993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9D8348-CE2A-4328-249B-34591D7406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71DEF8-CF9D-F2D6-478E-20B732801B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2D32E2-AF9C-17B5-005F-75F577EB50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B14FF1-7F31-4DDC-9C93-0E206A4DA939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942C87-CBE0-0A9D-BB95-AF9A3A183D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8F6DAA-9439-4E4E-7E9C-94111140C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A7942-1D7C-4EE0-81C1-023686871B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43172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91CFD5-D938-E521-2C0E-6656CBAB70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9F2A98-B7FA-39AC-D2C9-EE7CEBEDC9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294688-C85E-CC4B-0D7A-FD794494C4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7189A22-7DAA-8E28-CCF2-4A3F07E302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E63C6B0-19D2-700F-825B-6AA9C4B9F1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ED5D3FC-F89D-2C3C-3DEC-4F7AB93667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B14FF1-7F31-4DDC-9C93-0E206A4DA939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F4929C-3892-6CF6-7E8C-0660F5FBB0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64229C6-E9A3-3C74-45A6-C61B4BA7DC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A7942-1D7C-4EE0-81C1-023686871B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7389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CEBD45-510D-6CAE-5300-D066FD6A7D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7C0DE6-9A6E-F323-693B-CC163F9060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B14FF1-7F31-4DDC-9C93-0E206A4DA939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2E71097-BD91-FE92-D272-6930FA675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45FB45-B3E7-870A-99D8-05701D680E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A7942-1D7C-4EE0-81C1-023686871B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10128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D7F7EB9-16CD-C444-7777-EEA5BADD73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B14FF1-7F31-4DDC-9C93-0E206A4DA939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A0184A7-D979-0290-DEA7-FAC3FF422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F99FC2-CE8F-E072-E211-9F7BD68F0C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A7942-1D7C-4EE0-81C1-023686871B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57608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913319-EFE6-32FD-CD41-268122F92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9CBE5E-664F-1EFF-F118-DA89E596B4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CB6C1A-09AC-0D06-2E61-54CAF22BF8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DA8449-D156-39C3-ACEA-56DD6C261A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B14FF1-7F31-4DDC-9C93-0E206A4DA939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56CD6E-0B9C-C91B-1624-38B8243BA8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A0228D-00E8-1EDA-34EB-E2BB828C47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A7942-1D7C-4EE0-81C1-023686871B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17507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978E9C-9644-5F82-5DEF-45454A296A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1B0169A-1D3A-F43E-D8D0-809948A9AB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937C0D-DA85-8F84-FB4B-BD8F83536E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03D5BA-EBED-DC21-E42E-8E36A5B88E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B14FF1-7F31-4DDC-9C93-0E206A4DA939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9D2B19-4243-F915-F309-8200F7808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8F712B-62AD-95A0-0BBC-2F5699A1D9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A7942-1D7C-4EE0-81C1-023686871B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43783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3E8AE1-6DFF-3D4A-91BA-B182FFE249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D31789-37D5-6C34-4227-4460D96D86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BC3DAD-336A-AE8F-3A9F-B03E27EBF9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B14FF1-7F31-4DDC-9C93-0E206A4DA939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17CF1C-410A-AA6B-4652-D45ACE1302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3B3473-4FCC-F2A5-6F95-18D65CE283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A7942-1D7C-4EE0-81C1-023686871B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07213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D2F4D58-EDAB-93E1-45D0-E97CFB33C7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76F7A4-656B-9A12-3E72-68348BF7B3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55F7F6-DA20-EE51-D88B-1C3979D4D2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B14FF1-7F31-4DDC-9C93-0E206A4DA939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A467F3-CC26-35D7-3486-372ECA0A8C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14A3F0-C63B-9355-C825-879DB0F646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A7942-1D7C-4EE0-81C1-023686871B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67375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F3D3BEE-2886-5865-DE11-89056482A4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A54543-B3E6-7C6E-9A04-577FF85D63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B25D7C-6046-91D0-A556-6F3560BF07F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B14FF1-7F31-4DDC-9C93-0E206A4DA939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9C28DA-F224-43F8-2924-D067153C49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454475-6461-E6F1-DFD0-E372BDB7F3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F2A7942-1D7C-4EE0-81C1-023686871B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21752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610E39-A2E8-0F10-B73D-747FB76716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solidFill>
            <a:srgbClr val="FEF5F0"/>
          </a:solidFill>
        </p:spPr>
        <p:txBody>
          <a:bodyPr>
            <a:normAutofit/>
          </a:bodyPr>
          <a:lstStyle/>
          <a:p>
            <a:r>
              <a:rPr lang="en-IN" dirty="0"/>
              <a:t>PRAGATI CAMPUS NAVIGATION SYSTEM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24EC42C-166B-4A7B-C393-B6D630DAE1FB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3569110" y="4008431"/>
            <a:ext cx="5093109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Smart Digital Guide for Students and Visitors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30342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A3BC32-CAD6-9F4E-8FCB-9D7A77934A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OVERVIEW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38316C-C88C-E836-D103-4B35E84161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5413" y="1383173"/>
            <a:ext cx="10515600" cy="4351338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lvl="1"/>
            <a:r>
              <a:rPr lang="en-US" b="1" dirty="0"/>
              <a:t>Complex Layout:</a:t>
            </a:r>
            <a:r>
              <a:rPr lang="en-US" dirty="0"/>
              <a:t> Large campuses often have confusing paths between</a:t>
            </a: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r>
              <a:rPr lang="en-US" dirty="0"/>
              <a:t>    specialized blocks (e.g., AIML vs. Mechanical).</a:t>
            </a:r>
          </a:p>
          <a:p>
            <a:pPr marL="457200" lvl="1" indent="0">
              <a:buNone/>
            </a:pPr>
            <a:endParaRPr lang="en-US" dirty="0"/>
          </a:p>
          <a:p>
            <a:pPr lvl="1"/>
            <a:r>
              <a:rPr lang="en-US" b="1" dirty="0"/>
              <a:t>Inefficiency:</a:t>
            </a:r>
            <a:r>
              <a:rPr lang="en-US" dirty="0"/>
              <a:t> Time wasted by visitors asking for directions.</a:t>
            </a:r>
          </a:p>
          <a:p>
            <a:pPr lvl="1"/>
            <a:endParaRPr lang="en-US" dirty="0"/>
          </a:p>
          <a:p>
            <a:pPr lvl="1"/>
            <a:r>
              <a:rPr lang="en-US" b="1" dirty="0"/>
              <a:t>Static Maps:</a:t>
            </a:r>
            <a:r>
              <a:rPr lang="en-US" dirty="0"/>
              <a:t> Traditional paper or image-based maps don't show the</a:t>
            </a: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r>
              <a:rPr lang="en-US" dirty="0"/>
              <a:t>    user’s "Live" location.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870701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18CA53-3EA2-5357-B129-A911EDEB56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STATEMENT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F8B3D3-B972-2082-1742-CD371C785C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5916" y="1690688"/>
            <a:ext cx="10439400" cy="4711957"/>
          </a:xfrm>
        </p:spPr>
        <p:txBody>
          <a:bodyPr>
            <a:normAutofit/>
          </a:bodyPr>
          <a:lstStyle/>
          <a:p>
            <a:pPr lvl="1"/>
            <a:r>
              <a:rPr lang="en-US" b="1" dirty="0"/>
              <a:t>Complex Layout:</a:t>
            </a:r>
            <a:r>
              <a:rPr lang="en-US" dirty="0"/>
              <a:t> Large campuses often have confusing paths between</a:t>
            </a:r>
          </a:p>
          <a:p>
            <a:pPr lvl="1"/>
            <a:endParaRPr lang="en-US" dirty="0"/>
          </a:p>
          <a:p>
            <a:pPr marL="457200" lvl="1" indent="0">
              <a:buNone/>
            </a:pPr>
            <a:r>
              <a:rPr lang="en-US" dirty="0"/>
              <a:t>    specialized blocks (e.g., AIML vs. Mechanical).</a:t>
            </a:r>
          </a:p>
          <a:p>
            <a:pPr marL="457200" lvl="1" indent="0">
              <a:buNone/>
            </a:pPr>
            <a:endParaRPr lang="en-US" dirty="0"/>
          </a:p>
          <a:p>
            <a:pPr lvl="1"/>
            <a:r>
              <a:rPr lang="en-US" b="1" dirty="0"/>
              <a:t>Inefficiency:</a:t>
            </a:r>
            <a:r>
              <a:rPr lang="en-US" dirty="0"/>
              <a:t> Time wasted by visitors asking for directions.</a:t>
            </a:r>
          </a:p>
          <a:p>
            <a:pPr lvl="1"/>
            <a:endParaRPr lang="en-US" dirty="0"/>
          </a:p>
          <a:p>
            <a:pPr lvl="1"/>
            <a:r>
              <a:rPr lang="en-US" b="1" dirty="0"/>
              <a:t>Static Maps:</a:t>
            </a:r>
            <a:r>
              <a:rPr lang="en-US" dirty="0"/>
              <a:t> Traditional paper or image-based maps don't show the</a:t>
            </a: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r>
              <a:rPr lang="en-US" dirty="0"/>
              <a:t>   user’s "Live" location.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175315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8AC878-8DF4-9CE2-3393-00826928E4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CORE FUNCTIONALITIES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F314AB-4779-DF40-019E-685E4ECE23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5916" y="1690687"/>
            <a:ext cx="6496666" cy="3441752"/>
          </a:xfrm>
          <a:solidFill>
            <a:srgbClr val="FEF5F0"/>
          </a:solidFill>
        </p:spPr>
        <p:txBody>
          <a:bodyPr>
            <a:normAutofit fontScale="25000" lnSpcReduction="20000"/>
          </a:bodyPr>
          <a:lstStyle/>
          <a:p>
            <a:pPr lvl="1"/>
            <a:r>
              <a:rPr lang="en-US" sz="6400" b="1" dirty="0"/>
              <a:t>Interactive Map:</a:t>
            </a:r>
            <a:r>
              <a:rPr lang="en-US" sz="6400" dirty="0"/>
              <a:t> Built using Leaflet.js and OpenStreetMap data.</a:t>
            </a:r>
          </a:p>
          <a:p>
            <a:pPr marL="457200" lvl="1" indent="0">
              <a:buNone/>
            </a:pPr>
            <a:endParaRPr lang="en-US" sz="6400" dirty="0"/>
          </a:p>
          <a:p>
            <a:pPr lvl="1"/>
            <a:r>
              <a:rPr lang="en-US" sz="6400" b="1" dirty="0"/>
              <a:t>Smart Search:</a:t>
            </a:r>
            <a:r>
              <a:rPr lang="en-US" sz="6400" dirty="0"/>
              <a:t> Quickly fly to any block (Main, ECE, Canteen,</a:t>
            </a:r>
          </a:p>
          <a:p>
            <a:pPr marL="457200" lvl="1" indent="0">
              <a:buNone/>
            </a:pPr>
            <a:endParaRPr lang="en-US" sz="6400" dirty="0"/>
          </a:p>
          <a:p>
            <a:pPr marL="457200" lvl="1" indent="0">
              <a:buNone/>
            </a:pPr>
            <a:r>
              <a:rPr lang="en-US" sz="6400" dirty="0"/>
              <a:t>       etc.) via the  search bar.</a:t>
            </a:r>
          </a:p>
          <a:p>
            <a:pPr marL="457200" lvl="1" indent="0">
              <a:buNone/>
            </a:pPr>
            <a:endParaRPr lang="en-US" sz="6400" dirty="0"/>
          </a:p>
          <a:p>
            <a:pPr lvl="1"/>
            <a:r>
              <a:rPr lang="en-US" sz="6400" b="1" dirty="0"/>
              <a:t>Point-to-Point Directions:</a:t>
            </a:r>
            <a:r>
              <a:rPr lang="en-US" sz="6400" dirty="0"/>
              <a:t> Choose a "From" and "To" location to</a:t>
            </a:r>
          </a:p>
          <a:p>
            <a:pPr lvl="1"/>
            <a:endParaRPr lang="en-US" sz="6400" dirty="0"/>
          </a:p>
          <a:p>
            <a:pPr marL="457200" lvl="1" indent="0">
              <a:buNone/>
            </a:pPr>
            <a:r>
              <a:rPr lang="en-US" sz="6400" dirty="0"/>
              <a:t>      draw a visual navigation path.</a:t>
            </a:r>
          </a:p>
          <a:p>
            <a:pPr marL="457200" lvl="1" indent="0">
              <a:buNone/>
            </a:pPr>
            <a:endParaRPr lang="en-US" sz="6400" dirty="0"/>
          </a:p>
          <a:p>
            <a:pPr lvl="1"/>
            <a:r>
              <a:rPr lang="en-US" sz="6400" b="1" dirty="0"/>
              <a:t>Live Geolocation:</a:t>
            </a:r>
            <a:r>
              <a:rPr lang="en-US" sz="6400" dirty="0"/>
              <a:t> "Locate Me" feature to find your real-time</a:t>
            </a:r>
          </a:p>
          <a:p>
            <a:pPr lvl="1"/>
            <a:endParaRPr lang="en-US" sz="6400" dirty="0"/>
          </a:p>
          <a:p>
            <a:pPr marL="457200" lvl="1" indent="0">
              <a:buNone/>
            </a:pPr>
            <a:r>
              <a:rPr lang="en-US" sz="6400" dirty="0"/>
              <a:t>      position on campus.</a:t>
            </a:r>
          </a:p>
          <a:p>
            <a:pPr marL="457200" lvl="1" indent="0">
              <a:buNone/>
            </a:pPr>
            <a:endParaRPr lang="en-US" sz="6400" dirty="0"/>
          </a:p>
          <a:p>
            <a:pPr lvl="1"/>
            <a:r>
              <a:rPr lang="en-US" sz="6400" b="1" dirty="0"/>
              <a:t>Responsive UI:</a:t>
            </a:r>
            <a:r>
              <a:rPr lang="en-US" sz="6400" dirty="0"/>
              <a:t> Designed for mobile-first usage with an intuitive</a:t>
            </a:r>
          </a:p>
          <a:p>
            <a:pPr lvl="1"/>
            <a:endParaRPr lang="en-US" sz="6400" dirty="0"/>
          </a:p>
          <a:p>
            <a:pPr marL="457200" lvl="1" indent="0">
              <a:buNone/>
            </a:pPr>
            <a:r>
              <a:rPr lang="en-US" sz="6400" dirty="0"/>
              <a:t>      dashboard.</a:t>
            </a:r>
          </a:p>
          <a:p>
            <a:pPr marL="0" indent="0">
              <a:buNone/>
            </a:pPr>
            <a:endParaRPr lang="en-US" sz="6400" b="1" dirty="0"/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C06D5D-1E10-007F-568E-AFE0B1501E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4866" y="1407887"/>
            <a:ext cx="4358709" cy="3724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57479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3D6493-5F89-1F13-20E3-D8462D0CD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TECHNOLOGIES USED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B05A7BC-4C57-555E-47F6-1ED145652D9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690688"/>
            <a:ext cx="5778908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Frontend: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HTML5 &amp; CSS3 (using Flexbox and CSS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Grid for the layout).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Mapping API: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Leaflet.js (An open-source JavaScript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library for interactive maps).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Source: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OpenStreetMap (OSM) for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tile rendering.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Logic: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JavaScript (ES6+) for coordinate handling,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route polyline generation, and UI state management.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9A13F2E-0304-AC30-D53B-A6212C4F58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0399" y="1411776"/>
            <a:ext cx="4640827" cy="4109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3130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E88B4D-2B8E-46F8-7D04-5B89D2372D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THE APP FUNCTIONS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ABFD89A-8C90-69EA-6F40-25219CCA3D4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66020" y="1511668"/>
            <a:ext cx="9732151" cy="28161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Data Layer: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Pre-defined geographic coordinates (Latitude &amp; Longitude) for all campus landmarks.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Map Initialization: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The app centers on the campus coordinates ($17.0836^\circ N, 82.0536^\circ E$).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Event Handling: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*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openMap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() handles the screen transition.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getDirections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() calculates and draws the polyline between nodes.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locateMe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() triggers the browser's Geolocation API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37569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8EA119-42B5-03B4-4D30-0AA105176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INTEGRATED CAMPUS POINTS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A1C641-5FFE-E5CF-C4DB-F977E588DA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474110" cy="4351338"/>
          </a:xfrm>
        </p:spPr>
        <p:txBody>
          <a:bodyPr>
            <a:normAutofit fontScale="70000" lnSpcReduction="20000"/>
          </a:bodyPr>
          <a:lstStyle/>
          <a:p>
            <a:pPr lvl="1"/>
            <a:r>
              <a:rPr lang="en-US" b="1" dirty="0"/>
              <a:t>Academic:</a:t>
            </a:r>
            <a:r>
              <a:rPr lang="en-US" dirty="0"/>
              <a:t> Main Block, Mechanical</a:t>
            </a:r>
          </a:p>
          <a:p>
            <a:pPr lvl="1"/>
            <a:endParaRPr lang="en-US" dirty="0"/>
          </a:p>
          <a:p>
            <a:pPr marL="457200" lvl="1" indent="0">
              <a:buNone/>
            </a:pPr>
            <a:r>
              <a:rPr lang="en-US" dirty="0"/>
              <a:t>    Block, ECE Block, AIML Block.</a:t>
            </a:r>
          </a:p>
          <a:p>
            <a:pPr marL="457200" lvl="1" indent="0">
              <a:buNone/>
            </a:pPr>
            <a:endParaRPr lang="en-US" dirty="0"/>
          </a:p>
          <a:p>
            <a:pPr lvl="1"/>
            <a:r>
              <a:rPr lang="en-US" b="1" dirty="0"/>
              <a:t>Student Life:</a:t>
            </a:r>
            <a:r>
              <a:rPr lang="en-US" dirty="0"/>
              <a:t> Library, Canteen,</a:t>
            </a:r>
          </a:p>
          <a:p>
            <a:pPr lvl="1"/>
            <a:endParaRPr lang="en-US" dirty="0"/>
          </a:p>
          <a:p>
            <a:pPr marL="457200" lvl="1" indent="0">
              <a:buNone/>
            </a:pPr>
            <a:r>
              <a:rPr lang="en-US" dirty="0"/>
              <a:t>    Playground.</a:t>
            </a:r>
          </a:p>
          <a:p>
            <a:pPr marL="457200" lvl="1" indent="0">
              <a:buNone/>
            </a:pPr>
            <a:endParaRPr lang="en-US" dirty="0"/>
          </a:p>
          <a:p>
            <a:pPr lvl="1"/>
            <a:r>
              <a:rPr lang="en-US" b="1" dirty="0"/>
              <a:t>Residential:</a:t>
            </a:r>
            <a:r>
              <a:rPr lang="en-US" dirty="0"/>
              <a:t> Boys Hostel.</a:t>
            </a:r>
          </a:p>
          <a:p>
            <a:pPr marL="457200" lvl="1" indent="0">
              <a:buNone/>
            </a:pPr>
            <a:endParaRPr lang="en-US" dirty="0"/>
          </a:p>
          <a:p>
            <a:pPr lvl="1"/>
            <a:r>
              <a:rPr lang="en-US" b="1" dirty="0"/>
              <a:t>Customization:</a:t>
            </a:r>
            <a:r>
              <a:rPr lang="en-US" dirty="0"/>
              <a:t> The app uses custom</a:t>
            </a: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r>
              <a:rPr lang="en-US" dirty="0"/>
              <a:t>     "Marker Tags" that auto-resize</a:t>
            </a: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r>
              <a:rPr lang="en-US" dirty="0"/>
              <a:t>      based on the user's zoom level for better</a:t>
            </a: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r>
              <a:rPr lang="en-US" dirty="0"/>
              <a:t>      readability.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4E22395-85DA-20CE-33F9-6F15C04B22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2748" y="1412170"/>
            <a:ext cx="4798143" cy="4210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10448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C619FB-4D33-B8A3-5210-35895D390A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UI/UX  HIGHLIGHTS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80200E-0AEC-86D1-0539-07E1A80BD2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b="1" dirty="0"/>
              <a:t>Color Palette:</a:t>
            </a:r>
            <a:r>
              <a:rPr lang="en-US" dirty="0"/>
              <a:t> Professional Deep Maroon (#6d1b1b) and White theme.</a:t>
            </a:r>
          </a:p>
          <a:p>
            <a:pPr marL="457200" lvl="1" indent="0">
              <a:buNone/>
            </a:pPr>
            <a:endParaRPr lang="en-US" dirty="0"/>
          </a:p>
          <a:p>
            <a:pPr lvl="1"/>
            <a:r>
              <a:rPr lang="en-US" b="1" dirty="0"/>
              <a:t>Navigation:</a:t>
            </a:r>
            <a:r>
              <a:rPr lang="en-US" dirty="0"/>
              <a:t> Minimalist bottom controls for "Home" and "Locate.“</a:t>
            </a:r>
          </a:p>
          <a:p>
            <a:pPr marL="457200" lvl="1" indent="0">
              <a:buNone/>
            </a:pPr>
            <a:endParaRPr lang="en-US" dirty="0"/>
          </a:p>
          <a:p>
            <a:pPr lvl="1"/>
            <a:r>
              <a:rPr lang="en-US" b="1" dirty="0"/>
              <a:t>Feedback Loop:</a:t>
            </a:r>
            <a:r>
              <a:rPr lang="en-US" dirty="0"/>
              <a:t> Integrated feedback prompt to gather user suggestions</a:t>
            </a: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r>
              <a:rPr lang="en-US" dirty="0"/>
              <a:t>    for map updates.</a:t>
            </a:r>
          </a:p>
          <a:p>
            <a:pPr lvl="1"/>
            <a:r>
              <a:rPr lang="en-US" b="1" dirty="0"/>
              <a:t>Animations:</a:t>
            </a:r>
            <a:r>
              <a:rPr lang="en-US" dirty="0"/>
              <a:t> Smooth "Fly-to" transitions when searching for specific</a:t>
            </a: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r>
              <a:rPr lang="en-US" dirty="0"/>
              <a:t>    buildings.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121976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FE2EE2-D5AE-806A-84D0-1920B64910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SCALING THE PROJECT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8FB23B-589B-9250-9FDE-B5DE6A72EA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b="1" dirty="0"/>
              <a:t>Indoor Mapping:</a:t>
            </a:r>
            <a:r>
              <a:rPr lang="en-US" dirty="0"/>
              <a:t> Adding floor-wise navigation for multi-story buildings.</a:t>
            </a:r>
          </a:p>
          <a:p>
            <a:pPr lvl="1"/>
            <a:endParaRPr lang="en-US" dirty="0"/>
          </a:p>
          <a:p>
            <a:pPr lvl="1"/>
            <a:r>
              <a:rPr lang="en-US" b="1" dirty="0"/>
              <a:t>Event Integration:</a:t>
            </a:r>
            <a:r>
              <a:rPr lang="en-US" dirty="0"/>
              <a:t> Marking live locations for seminars, fests, or exams.</a:t>
            </a:r>
          </a:p>
          <a:p>
            <a:pPr lvl="1"/>
            <a:endParaRPr lang="en-US" dirty="0"/>
          </a:p>
          <a:p>
            <a:pPr lvl="1"/>
            <a:r>
              <a:rPr lang="en-US" b="1" dirty="0"/>
              <a:t>Augmented Reality (AR):</a:t>
            </a:r>
            <a:r>
              <a:rPr lang="en-US" dirty="0"/>
              <a:t> Visualizing building names through the phone</a:t>
            </a: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r>
              <a:rPr lang="en-US" dirty="0"/>
              <a:t>   camera.</a:t>
            </a:r>
          </a:p>
          <a:p>
            <a:pPr marL="457200" lvl="1" indent="0">
              <a:buNone/>
            </a:pPr>
            <a:endParaRPr lang="en-US" dirty="0"/>
          </a:p>
          <a:p>
            <a:pPr lvl="1"/>
            <a:r>
              <a:rPr lang="en-US" b="1" dirty="0"/>
              <a:t>Offline Mode:</a:t>
            </a:r>
            <a:r>
              <a:rPr lang="en-US" dirty="0"/>
              <a:t> Using service workers to allow map access without an</a:t>
            </a: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r>
              <a:rPr lang="en-US" dirty="0"/>
              <a:t>   active internet connection.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287339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E1105A-A012-EC03-D401-88B564E39A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0A6275C-B3A6-2491-19D4-8E0B97216A8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56187" y="2000692"/>
            <a:ext cx="9331465" cy="1877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Pragati Campus App is a robust, scalable solution for modern campus management.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reduces navigation friction and improves the overall visitor experience.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4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13721659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546</Words>
  <Application>Microsoft Office PowerPoint</Application>
  <PresentationFormat>Widescreen</PresentationFormat>
  <Paragraphs>114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Google Sans Text</vt:lpstr>
      <vt:lpstr>Office Theme</vt:lpstr>
      <vt:lpstr>PRAGATI CAMPUS NAVIGATION SYSTEM</vt:lpstr>
      <vt:lpstr>PROJECT OVERVIEW</vt:lpstr>
      <vt:lpstr>PROBLEM STATEMENT</vt:lpstr>
      <vt:lpstr>CORE FUNCTIONALITIES</vt:lpstr>
      <vt:lpstr>TECHNOLOGIES USED</vt:lpstr>
      <vt:lpstr>HOW THE APP FUNCTIONS</vt:lpstr>
      <vt:lpstr>INTEGRATED CAMPUS POINTS</vt:lpstr>
      <vt:lpstr>UI/UX  HIGHLIGHTS</vt:lpstr>
      <vt:lpstr>SCALING THE PROJECT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Surekha Keerthi</dc:creator>
  <cp:lastModifiedBy>Surekha Keerthi</cp:lastModifiedBy>
  <cp:revision>1</cp:revision>
  <dcterms:created xsi:type="dcterms:W3CDTF">2026-04-29T06:30:21Z</dcterms:created>
  <dcterms:modified xsi:type="dcterms:W3CDTF">2026-04-29T07:10:31Z</dcterms:modified>
</cp:coreProperties>
</file>